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4" r:id="rId9"/>
    <p:sldId id="266" r:id="rId10"/>
    <p:sldId id="267" r:id="rId11"/>
    <p:sldId id="268" r:id="rId12"/>
    <p:sldId id="25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3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02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04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832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44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507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12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28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15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892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0565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222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885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042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054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36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CCE17-D8A7-4F1B-BEFF-28E5262717C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EA1330D-AFA1-4047-A7A5-3C4AF25D7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51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8F88-805F-F7E6-AAC3-CFFF6AC3B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9479" y="1692667"/>
            <a:ext cx="9380305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 err="1"/>
              <a:t>PhonePe</a:t>
            </a:r>
            <a:r>
              <a:rPr lang="en-IN" dirty="0"/>
              <a:t> Transaction Insights Dashboard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F8D55-0A76-DBF5-D7BF-D5C31E383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150761"/>
            <a:ext cx="8270571" cy="1356188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          </a:t>
            </a:r>
          </a:p>
          <a:p>
            <a:pPr algn="r"/>
            <a:r>
              <a:rPr lang="en-US" dirty="0"/>
              <a:t>SILVIYA 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73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D59C1E-C394-D344-6D30-B78A60CAFD78}"/>
              </a:ext>
            </a:extLst>
          </p:cNvPr>
          <p:cNvSpPr txBox="1"/>
          <p:nvPr/>
        </p:nvSpPr>
        <p:spPr>
          <a:xfrm>
            <a:off x="1551398" y="425470"/>
            <a:ext cx="10130319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Statement: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the rapid growth of digital payment platforms like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analyzing transaction, user and insurance is essential to understand digital adoption trends across India. This project aims to build a dashboard using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Pulse data to visualize transaction growth, user engagement, insurance performance, and state-wise digital payment activity.</a:t>
            </a:r>
          </a:p>
          <a:p>
            <a:pPr lvl="1">
              <a:lnSpc>
                <a:spcPct val="150000"/>
              </a:lnSpc>
            </a:pP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helps identify top-performing states, analyze user and transaction patterns, monitor insurance adoption, and generate meaningful insights that support data-driven decision-making in India's digital payment ecosystem.</a:t>
            </a:r>
          </a:p>
          <a:p>
            <a:pPr lvl="0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transaction trends across India.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user growth and digital payment adoption.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insurance usage and growth patterns.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 state-wise transaction and user distribution.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top-performing states and regions.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meaningful business insights from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Pulse data.</a:t>
            </a:r>
          </a:p>
          <a:p>
            <a:pPr marL="800100" lvl="1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25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AEE73E-6DD4-7345-98D9-599A9AAB1426}"/>
              </a:ext>
            </a:extLst>
          </p:cNvPr>
          <p:cNvSpPr txBox="1"/>
          <p:nvPr/>
        </p:nvSpPr>
        <p:spPr>
          <a:xfrm>
            <a:off x="2884469" y="749441"/>
            <a:ext cx="6097712" cy="5686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Pulse open-source dataset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Aggregated transaction data (count &amp; amount)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data (registered users &amp; device brands)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 data (count &amp; amount)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State, district, and pin-code level data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Year-wise and quarter-wise records</a:t>
            </a:r>
          </a:p>
          <a:p>
            <a:pPr lvl="1">
              <a:lnSpc>
                <a:spcPct val="150000"/>
              </a:lnSpc>
            </a:pP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(Dashboard UI)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 (Database)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(Data processing)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 / Seaborn (Graphs)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Plotly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(Maps)</a:t>
            </a:r>
          </a:p>
        </p:txBody>
      </p:sp>
    </p:spTree>
    <p:extLst>
      <p:ext uri="{BB962C8B-B14F-4D97-AF65-F5344CB8AC3E}">
        <p14:creationId xmlns:p14="http://schemas.microsoft.com/office/powerpoint/2010/main" val="259463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32DA48-DB03-12FE-2E05-44E409167485}"/>
              </a:ext>
            </a:extLst>
          </p:cNvPr>
          <p:cNvSpPr txBox="1"/>
          <p:nvPr/>
        </p:nvSpPr>
        <p:spPr>
          <a:xfrm>
            <a:off x="3151598" y="294808"/>
            <a:ext cx="6097712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Architecture: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</a:t>
            </a: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Dataset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Extraction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 Database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Dashboard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↓</a:t>
            </a:r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4"/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Generation</a:t>
            </a:r>
          </a:p>
          <a:p>
            <a:pPr lvl="4"/>
            <a:endParaRPr lang="en-IN" sz="16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4"/>
            <a:endParaRPr lang="en-IN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Modules: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Page (KPIs + Overview)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Transactions Analysis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Analysis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 Analysis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Insights (Map)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&amp; Findings</a:t>
            </a:r>
            <a:endParaRPr lang="en-IN" sz="1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4AF21-49F4-7BDF-029B-A08476E9D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999" y="3429000"/>
            <a:ext cx="2609984" cy="307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4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ACDF93-17C3-591E-1E04-91DDFC8B3913}"/>
              </a:ext>
            </a:extLst>
          </p:cNvPr>
          <p:cNvSpPr txBox="1"/>
          <p:nvPr/>
        </p:nvSpPr>
        <p:spPr>
          <a:xfrm>
            <a:off x="7137970" y="1695235"/>
            <a:ext cx="4851972" cy="38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Home Page: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key performance indicators (KPIs) of the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Pulse dataset.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Total Transactions, Total Users, Insurance Amount, and Transaction Count.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quick overview of overall platform performance.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Acts as the starting point for exploring detailed analyses and insights. 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92BC05-9114-C102-2D3D-24DBFCAAC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650" y="945221"/>
            <a:ext cx="4997858" cy="58134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290237-85C6-0AC0-4F85-20CDFA930748}"/>
              </a:ext>
            </a:extLst>
          </p:cNvPr>
          <p:cNvSpPr txBox="1"/>
          <p:nvPr/>
        </p:nvSpPr>
        <p:spPr>
          <a:xfrm>
            <a:off x="3466244" y="188805"/>
            <a:ext cx="6097712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260113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3F625-F0E1-B7E6-0D33-6139BDAADE75}"/>
              </a:ext>
            </a:extLst>
          </p:cNvPr>
          <p:cNvSpPr txBox="1"/>
          <p:nvPr/>
        </p:nvSpPr>
        <p:spPr>
          <a:xfrm>
            <a:off x="1643865" y="754479"/>
            <a:ext cx="9678256" cy="19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section analyzes transaction trends across India, including yearly growth, quarterly patterns, and top-performing states based on transaction amount.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year-wise growth of transaction amount.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top states by transaction volume.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quarterly transaction trends.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state-wise transaction performance.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AE679-35B1-35D2-BA92-0749CBDBCC4E}"/>
              </a:ext>
            </a:extLst>
          </p:cNvPr>
          <p:cNvSpPr txBox="1"/>
          <p:nvPr/>
        </p:nvSpPr>
        <p:spPr>
          <a:xfrm>
            <a:off x="3192694" y="245710"/>
            <a:ext cx="60977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TRANSACTIONS ANALYSIS</a:t>
            </a:r>
            <a:endParaRPr lang="en-IN" sz="2000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D44403-80A5-2D79-4840-7874B3DE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39" y="3123512"/>
            <a:ext cx="5073911" cy="2787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C84B10-ADC5-BB4A-DB1D-99E816B47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575" y="3123512"/>
            <a:ext cx="5105662" cy="28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31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DA3E9-18C5-DAC3-3334-E801066D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1EE04-A084-16E4-08A9-E4BDA6473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688" y="307957"/>
            <a:ext cx="5051911" cy="3121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B748EC-EFEF-045E-3ABA-B48FB25A7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015" y="3760342"/>
            <a:ext cx="5446584" cy="27897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0F89A7-2B84-F95B-7A35-C7BAC9BB4410}"/>
              </a:ext>
            </a:extLst>
          </p:cNvPr>
          <p:cNvSpPr txBox="1"/>
          <p:nvPr/>
        </p:nvSpPr>
        <p:spPr>
          <a:xfrm>
            <a:off x="7137565" y="1424718"/>
            <a:ext cx="4944844" cy="306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Transactions are increasing every year, showing strong digital payment growth.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 like Maharashtra, Karnataka, and Maharashtra dominate in transaction volume.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trends show higher usage in festive seasons (Q3 &amp; Q4).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digital payments are steadily rising across India.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450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BE495F-65AB-ADA6-3D4D-0A22AC035564}"/>
              </a:ext>
            </a:extLst>
          </p:cNvPr>
          <p:cNvSpPr txBox="1"/>
          <p:nvPr/>
        </p:nvSpPr>
        <p:spPr>
          <a:xfrm>
            <a:off x="3192694" y="245710"/>
            <a:ext cx="60977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en-I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ANALYSIS</a:t>
            </a:r>
            <a:endParaRPr lang="en-IN" sz="2000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C49261-7B59-8C68-6040-7823F7D4D3CF}"/>
              </a:ext>
            </a:extLst>
          </p:cNvPr>
          <p:cNvSpPr txBox="1"/>
          <p:nvPr/>
        </p:nvSpPr>
        <p:spPr>
          <a:xfrm>
            <a:off x="1828800" y="671211"/>
            <a:ext cx="9346130" cy="2184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section analyzes user growth, device usage, and state-wise adoption. It shows that users are increasing every year, with Android being the most used device and major states leading in adoption.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state-wise total users distribution.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device brand usage pattern.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year-wise growth of registered users.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user adoption across states.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9B6BDF-9FBE-2B8F-3831-33401A5CD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918514"/>
            <a:ext cx="5631970" cy="3108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5CF4EA-6CA4-3E07-CE45-6524F9413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393" y="2703473"/>
            <a:ext cx="3484038" cy="33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39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70143-8DA9-2793-5211-85CB30530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27" y="408634"/>
            <a:ext cx="4782683" cy="26471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2A81E6-1108-4B09-0C57-11F8E51B4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051" y="3238261"/>
            <a:ext cx="4899259" cy="2787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B2580F-6CBF-4490-07CA-C2FE91C1B64D}"/>
              </a:ext>
            </a:extLst>
          </p:cNvPr>
          <p:cNvSpPr txBox="1"/>
          <p:nvPr/>
        </p:nvSpPr>
        <p:spPr>
          <a:xfrm>
            <a:off x="6997566" y="1602858"/>
            <a:ext cx="4899259" cy="253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base is growing steadily every year.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Android devices dominate </a:t>
            </a:r>
            <a:r>
              <a:rPr lang="en-IN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PhonePe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usage.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 like Maharashtra, Karnataka and </a:t>
            </a: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Uttar Pradesh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higher user adoption.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 states show faster digital payment adoption compared to rural regions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220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C25DDA-B70B-FC66-17A6-3FCE0B181892}"/>
              </a:ext>
            </a:extLst>
          </p:cNvPr>
          <p:cNvSpPr txBox="1"/>
          <p:nvPr/>
        </p:nvSpPr>
        <p:spPr>
          <a:xfrm>
            <a:off x="2194559" y="671211"/>
            <a:ext cx="9259504" cy="179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section analyzes insurance trends, showing state-wise performance and growth over time. It highlights that insurance usage is still developing but gradually increasing.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state-wise insurance count distribution.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top states by insurance amount.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year-wise insurance growth trends.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AD27E-A68F-91CC-AD27-3819E690EDDC}"/>
              </a:ext>
            </a:extLst>
          </p:cNvPr>
          <p:cNvSpPr txBox="1"/>
          <p:nvPr/>
        </p:nvSpPr>
        <p:spPr>
          <a:xfrm>
            <a:off x="3192694" y="245710"/>
            <a:ext cx="60977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 ANALYSIS</a:t>
            </a:r>
            <a:endParaRPr lang="en-IN" sz="2000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6ACC31-D10E-3CB4-D6F1-F8E8E3BC9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592" y="2965107"/>
            <a:ext cx="5162815" cy="284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47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2985F-0CE2-905E-8819-6E2CCC3E6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488" y="189747"/>
            <a:ext cx="4025563" cy="2610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A3402D-6868-311D-2DC1-AC6EDE5F5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058" y="3429000"/>
            <a:ext cx="4017993" cy="26100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1F4E11-1110-29ED-33DD-D4578AF42092}"/>
              </a:ext>
            </a:extLst>
          </p:cNvPr>
          <p:cNvSpPr txBox="1"/>
          <p:nvPr/>
        </p:nvSpPr>
        <p:spPr>
          <a:xfrm>
            <a:off x="6583680" y="1831238"/>
            <a:ext cx="5390147" cy="306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 usage is lower compared to transaction services.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a few states contribute majorly to insurance adoption.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 transactions are gradually increasing over the years.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 and adoption are still growing across India.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546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0E1FDB-0608-27AF-52C9-2C43EDD83B0F}"/>
              </a:ext>
            </a:extLst>
          </p:cNvPr>
          <p:cNvSpPr txBox="1"/>
          <p:nvPr/>
        </p:nvSpPr>
        <p:spPr>
          <a:xfrm>
            <a:off x="2242687" y="671211"/>
            <a:ext cx="8713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section shows geographic distribution of transactions across India.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64BC6-13AA-7D03-9A4D-4A062C03DFAC}"/>
              </a:ext>
            </a:extLst>
          </p:cNvPr>
          <p:cNvSpPr txBox="1"/>
          <p:nvPr/>
        </p:nvSpPr>
        <p:spPr>
          <a:xfrm>
            <a:off x="3192694" y="245710"/>
            <a:ext cx="60977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INSIGHTS </a:t>
            </a:r>
            <a:endParaRPr lang="en-IN" sz="2400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C21A8C-F30D-6FA5-9A24-82E414BCB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31" y="1096712"/>
            <a:ext cx="5710683" cy="3253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28D289-B865-5D3E-AEF7-F13D5076A794}"/>
              </a:ext>
            </a:extLst>
          </p:cNvPr>
          <p:cNvSpPr txBox="1"/>
          <p:nvPr/>
        </p:nvSpPr>
        <p:spPr>
          <a:xfrm>
            <a:off x="2156059" y="4286012"/>
            <a:ext cx="8799897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Western and Southern states show higher digital transaction activity.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Northern and Northeastern regions have comparatively lower adoption.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Metro and urban regions contribute significantly to total transactions.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payment usage varies widely across different states.</a:t>
            </a:r>
          </a:p>
        </p:txBody>
      </p:sp>
    </p:spTree>
    <p:extLst>
      <p:ext uri="{BB962C8B-B14F-4D97-AF65-F5344CB8AC3E}">
        <p14:creationId xmlns:p14="http://schemas.microsoft.com/office/powerpoint/2010/main" val="892153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40866A-40C2-E3D8-2F4A-3CE27C3BB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9" y="1554315"/>
            <a:ext cx="3859731" cy="48339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5CA05D-789C-B981-A3D8-119B3F647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810" y="1721472"/>
            <a:ext cx="4302493" cy="4599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00258E-1E62-A800-FB84-B7162A150FDC}"/>
              </a:ext>
            </a:extLst>
          </p:cNvPr>
          <p:cNvSpPr txBox="1"/>
          <p:nvPr/>
        </p:nvSpPr>
        <p:spPr>
          <a:xfrm>
            <a:off x="2442411" y="824884"/>
            <a:ext cx="8732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section summarizes the overall findings from the analysis. It shows strong growth in digital payments, major contributions from a few states, and increasing adoption across India.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CE42F-6483-5735-8D90-BC44C6FD8D19}"/>
              </a:ext>
            </a:extLst>
          </p:cNvPr>
          <p:cNvSpPr txBox="1"/>
          <p:nvPr/>
        </p:nvSpPr>
        <p:spPr>
          <a:xfrm>
            <a:off x="3192694" y="245710"/>
            <a:ext cx="60977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 &amp; FINDINGS </a:t>
            </a:r>
            <a:endParaRPr lang="en-IN" sz="2800" kern="1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32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524841-3A2B-52E5-3001-1038FCE8E9DE}"/>
              </a:ext>
            </a:extLst>
          </p:cNvPr>
          <p:cNvSpPr txBox="1"/>
          <p:nvPr/>
        </p:nvSpPr>
        <p:spPr>
          <a:xfrm>
            <a:off x="2971798" y="1167737"/>
            <a:ext cx="7442736" cy="2777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Successfully </a:t>
            </a:r>
            <a:r>
              <a:rPr lang="en-IN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analyzed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PhonePe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Pulse dataset. 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Built an interactive dashboard using </a:t>
            </a:r>
            <a:r>
              <a:rPr lang="en-IN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Streamlit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Visualized transactions, users, insurance, and geographic data. 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Extracted meaningful business insights from the analysis. 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Helped understand digital payment trends across India.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E8005-CD4B-38D5-7E90-949D4D8C8630}"/>
              </a:ext>
            </a:extLst>
          </p:cNvPr>
          <p:cNvSpPr txBox="1"/>
          <p:nvPr/>
        </p:nvSpPr>
        <p:spPr>
          <a:xfrm>
            <a:off x="3202320" y="4297946"/>
            <a:ext cx="60977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IN" sz="2800" i="1" kern="1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9584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371</TotalTime>
  <Words>740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Symbol</vt:lpstr>
      <vt:lpstr>Wingdings 3</vt:lpstr>
      <vt:lpstr>Wisp</vt:lpstr>
      <vt:lpstr>PhonePe Transaction Insights Dashboard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Silviya X</dc:creator>
  <cp:lastModifiedBy>Silviya X</cp:lastModifiedBy>
  <cp:revision>4</cp:revision>
  <dcterms:created xsi:type="dcterms:W3CDTF">2026-06-08T08:32:31Z</dcterms:created>
  <dcterms:modified xsi:type="dcterms:W3CDTF">2026-06-13T14:24:32Z</dcterms:modified>
</cp:coreProperties>
</file>